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Q1 BUSINESS PERFORMANCE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56032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$420,000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097280"/>
            <a:ext cx="256032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4630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$45.20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256032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4630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$1,200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